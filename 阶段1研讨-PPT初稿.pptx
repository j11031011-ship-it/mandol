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15968"/>
            <a:ext cx="12191695" cy="27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</a:rPr>
              <a:t>Mandol 融合索引增强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9DC3E6"/>
                </a:solidFill>
                <a:latin typeface="Microsoft YaHei"/>
                <a:ea typeface="Microsoft YaHei"/>
              </a:rPr>
              <a:t>组合查询的问题分析与初步方案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EA9DB"/>
                </a:solidFill>
                <a:latin typeface="Microsoft YaHei"/>
                <a:ea typeface="Microsoft YaHei"/>
              </a:rPr>
              <a:t>约束下推式组合检索（Constrained Hybrid Retrieval）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EEBF7"/>
                </a:solidFill>
                <a:latin typeface="Microsoft YaHei"/>
                <a:ea typeface="Microsoft YaHei"/>
              </a:rPr>
              <a:t>《大模型辅助的面向对象软件分析、设计与开发》课程大作业 ｜ 阶段 1 课堂研讨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EA9DB"/>
                </a:solidFill>
                <a:latin typeface="Microsoft YaHei"/>
                <a:ea typeface="Microsoft YaHei"/>
              </a:rPr>
              <a:t>汇报人：（填写姓名）      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任务背景：我们要解决什么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916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Microsoft YaHei"/>
                <a:ea typeface="Microsoft YaHei"/>
              </a:rPr>
              <a:t>课程方向：</a:t>
            </a:r>
            <a:r>
              <a:rPr sz="1500" b="0" i="0">
                <a:solidFill>
                  <a:srgbClr val="3F3F3F"/>
                </a:solidFill>
                <a:latin typeface="Microsoft YaHei"/>
                <a:ea typeface="Microsoft YaHei"/>
              </a:rPr>
              <a:t>融合索引增强 —— 让记忆访问支持“语义相似 + 精确标识 + 属性约束 + 关系查询”的协同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Microsoft YaHei"/>
                <a:ea typeface="Microsoft YaHei"/>
              </a:rPr>
              <a:t>目标场景（作业样例）：</a:t>
            </a:r>
          </a:p>
          <a:p>
            <a:pPr algn="l" lvl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C55A11"/>
                </a:solidFill>
                <a:latin typeface="Microsoft YaHei"/>
                <a:ea typeface="Microsoft YaHei"/>
              </a:rPr>
              <a:t>“与给定内容语义相近、发生于某时间之后，并且属于某实体邻居的记忆。”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Microsoft YaHei"/>
                <a:ea typeface="Microsoft YaHei"/>
              </a:rPr>
              <a:t>Mandol ：</a:t>
            </a: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</a:rPr>
              <a:t>面向大模型智能体的记忆组织、存储与检索系统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08080"/>
                </a:solidFill>
                <a:latin typeface="Microsoft YaHei"/>
                <a:ea typeface="Microsoft YaHei"/>
              </a:rPr>
              <a:t>本方向要求扩展多种访问条件的协同能力，并比较检索效果、访问开销与维护成本。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74920"/>
            <a:ext cx="2635758" cy="64008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分层记忆模型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7278" y="5074920"/>
            <a:ext cx="2635758" cy="64008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融合存储（KV + 向量 + 图）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5916" y="5074920"/>
            <a:ext cx="2635758" cy="64008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主动检索管线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4554" y="5074920"/>
            <a:ext cx="2635758" cy="64008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分层持久化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系统速览：检索管线与关键对象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3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998878" cy="91440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QueryBundle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1F3864"/>
                </a:solidFill>
                <a:latin typeface="Microsoft YaHei"/>
                <a:ea typeface="Microsoft YaHei"/>
              </a:rPr>
              <a:t>查询编码缓存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84094" y="1728216"/>
            <a:ext cx="201167" cy="20116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21838" y="1371600"/>
            <a:ext cx="1998878" cy="91440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三路召回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1F3864"/>
                </a:solidFill>
                <a:latin typeface="Microsoft YaHei"/>
                <a:ea typeface="Microsoft YaHei"/>
              </a:rPr>
              <a:t>BM25 / SPLADE / Cosine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57292" y="1728216"/>
            <a:ext cx="201167" cy="20116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95036" y="1371600"/>
            <a:ext cx="1998878" cy="91440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分数融合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1F3864"/>
                </a:solidFill>
                <a:latin typeface="Microsoft YaHei"/>
                <a:ea typeface="Microsoft YaHei"/>
              </a:rPr>
              <a:t>RRF / 加权 / MMR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30491" y="1728216"/>
            <a:ext cx="201167" cy="20116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68235" y="1371600"/>
            <a:ext cx="1998878" cy="91440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重排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1F3864"/>
                </a:solidFill>
                <a:latin typeface="Microsoft YaHei"/>
                <a:ea typeface="Microsoft YaHei"/>
              </a:rPr>
              <a:t>Reranker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03689" y="1728216"/>
            <a:ext cx="201167" cy="20116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41433" y="1371600"/>
            <a:ext cx="1998878" cy="91440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图扩展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1F3864"/>
                </a:solidFill>
                <a:latin typeface="Microsoft YaHei"/>
                <a:ea typeface="Microsoft YaHei"/>
              </a:rPr>
              <a:t>GraphContextExpander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关键对象：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MemoryUnit（原子容器）｜ SemanticMap（融合存储主类）｜ SemanticGraph（结构关系层）｜ BaseRetriever 族（多态扩展点）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写入链的天然挂载点：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FAISS 增量、BM25/SPLADE 增量（_incremental_aux_retriever_add）、换页触发 —— 新增索引与它们并列挂载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55A11"/>
                </a:solidFill>
                <a:latin typeface="Microsoft YaHei"/>
                <a:ea typeface="Microsoft YaHei"/>
              </a:rPr>
              <a:t>检索链的现成缝：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三路检索器均已原生支持 candidate_uids 过滤与 space_names 参数（抽象基类 **kwargs 透传）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83480"/>
            <a:ext cx="11091672" cy="77724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</a:rPr>
              <a:t>关键发现：候选集下推链路已贯通 —— 方案可零修改接入，不必新增召回源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问题聚焦：组合查询“无路可走”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4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91672" cy="731520"/>
          </a:xfrm>
          <a:prstGeom prst="roundRect">
            <a:avLst>
              <a:gd name="adj" fmla="val 14000"/>
            </a:avLst>
          </a:prstGeom>
          <a:solidFill>
            <a:srgbClr val="F2F7FC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目标查询（U3）：与内容 C 语义相近 ＋ 发生在 T 之后 ＋ 属于实体 E 的 1-hop 邻居 ＋ 属于空间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28016" bIns="36576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① 先语义检索再手工过滤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F3F3F"/>
                </a:solidFill>
                <a:latin typeface="Microsoft YaHei"/>
                <a:ea typeface="Microsoft YaHei"/>
              </a:rPr>
              <a:t>top_k 失真；结果不保证硬满足全部约束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</a:rPr>
              <a:t>过滤只能在后，无法参与召回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5" y="228600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28016" bIns="36576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② filter_memory_units 全库线性扫描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F3F3F"/>
                </a:solidFill>
                <a:latin typeface="Microsoft YaHei"/>
                <a:ea typeface="Microsoft YaHei"/>
              </a:rPr>
              <a:t>高选择性场景代价大；无索引、无分页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</a:rPr>
              <a:t>游离于 BaseRetriever 多态体系之外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1" y="228600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28016" bIns="36576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③ 图查询与语义检索平行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F3F3F"/>
                </a:solidFill>
                <a:latin typeface="Microsoft YaHei"/>
                <a:ea typeface="Microsoft YaHei"/>
              </a:rPr>
              <a:t>“实体邻居”无法作为附加约束参与组合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</a:rPr>
              <a:t>图证据进不了组合查询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11091672" cy="73152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</a:rPr>
              <a:t>现有范式 = “并集 + 分数融合”   ｜   组合查询需要 = “交集 + 谓词下推”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需求分析：四条可验证需求 + 三个用例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5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91672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5486400"/>
                <a:gridCol w="3502152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需求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含义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验收方式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R1 表达能力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一条语句表达“语义 + 属性 + 时间 + 关系”组合约束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单次调用完成（而非分步手工过滤）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R2 正确性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结果硬满足全部约束（不是“尽量”）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集成测试断言 + 与线性过滤基线对拍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R3 效率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高选择性约束避免全库扫描与无效向量比对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pre-filter 下推；候选占比扫描曲线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R4 衔接与成本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不破坏现有流程；维护成本与收益可量化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回归测试零修改通过；构建/增量/内存指标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709160"/>
            <a:ext cx="3575304" cy="566928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U1 语义 + 时间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4709160"/>
            <a:ext cx="3575304" cy="566928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U2 语义 + 关系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4709160"/>
            <a:ext cx="3575304" cy="566928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U3 全组合（主用例）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08080"/>
                </a:solidFill>
                <a:latin typeface="Microsoft YaHei"/>
                <a:ea typeface="Microsoft YaHei"/>
              </a:rPr>
              <a:t>U3 覆盖全部四类条件：“与 C 语义相近 + 发生在 T 之后 + 属于实体 E 的 1-hop 邻居 + 属于空间 S”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缺口分析（一）：能力地图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6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91672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4937760"/>
                <a:gridCol w="4416552"/>
              </a:tblGrid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访问形态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现成能力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缺口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语义相似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三路召回 + RRF/加权/MMR 融合 + 重排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精确标识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uid 精确存取、空间成员过滤（candidate_uids 子集检索）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属性约束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filter_memory_units 线性过滤（10 操作符）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游离多态体系之外；不查 metadata；无索引、无分页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时间约束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时间戳随 payload 存储（raw_data[“timestamp”]）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字符串、格式异构、无规范化、无有序索引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关系查询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GraphRetriever 节点/边检索；图上 BFS 能力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与语义检索平行，不能作为附加约束；部分图 API 断链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组合查询</a:t>
                      </a:r>
                    </a:p>
                  </a:txBody>
                  <a:tcPr marL="64008" marR="64008" marT="18288" marB="18288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无</a:t>
                      </a:r>
                    </a:p>
                  </a:txBody>
                  <a:tcPr marL="64008" marR="64008" marT="18288" marB="18288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没有“交集 + 谓词下推”的表达与调度机制</a:t>
                      </a:r>
                    </a:p>
                  </a:txBody>
                  <a:tcPr marL="64008" marR="64008" marT="18288" marB="18288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底层 pre-filter 管道已打通 ｜ 缺失的是：候选集生成层（属性/时间/关系）＋ 调度层（协调与路径选择）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缺口分析（二）：三个具体缺口（证据级）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7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91672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6949440"/>
                <a:gridCol w="2404872"/>
              </a:tblGrid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缺口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源码事实（核验）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证据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属性约束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filter_memory_units：10 操作符但为线性扫描；取值 getattr/raw_data、不查 metadata；无分页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semantic_map.py:3169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时间约束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时间戳在 raw_data[“timestamp”]，字符串且格式随数据集而异；created_time 写入不填充、仅序列化恢复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locomo_benchmark_episodic.py:462
semantic_map.py:3054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关系约束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“实体邻居”无下推路径；既有图 API 内部依赖未定义方法（全仓库仅有调用点），运行时必抛异常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semantic_graph.py:1161 / 1126-1132 / 1204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2120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F3F3F"/>
                </a:solidFill>
                <a:latin typeface="Microsoft YaHei"/>
                <a:ea typeface="Microsoft YaHei"/>
              </a:rPr>
              <a:t>核验方法：大模型建议 → 定位文件/行 → 静态核验（调用链/签名/数据结构）→ 采纳 / 修正 / 弃用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</a:rPr>
              <a:t>※ 核验故事与完整对照表见 P13 与备用页 B1；行号级证据索引见备用页 B4。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初步方案总览：约束下推式组合检索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8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998878" cy="96012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QueryConstraints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Microsoft YaHei"/>
                <a:ea typeface="Microsoft YaHei"/>
              </a:rPr>
              <a:t>声明式约束（值对象）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84094" y="1751075"/>
            <a:ext cx="201167" cy="20116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21838" y="1371600"/>
            <a:ext cx="1998878" cy="96012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Resolver 策略族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Microsoft YaHei"/>
                <a:ea typeface="Microsoft YaHei"/>
              </a:rPr>
              <a:t>各叶子谓词独立求解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57292" y="1751075"/>
            <a:ext cx="201167" cy="20116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95036" y="1371600"/>
            <a:ext cx="1998878" cy="96012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CandidateSet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Microsoft YaHei"/>
                <a:ea typeface="Microsoft YaHei"/>
              </a:rPr>
              <a:t>候选集代数（AND/OR/NOT）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30491" y="1751075"/>
            <a:ext cx="201167" cy="20116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68235" y="1371600"/>
            <a:ext cx="1998878" cy="96012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Planner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Microsoft YaHei"/>
                <a:ea typeface="Microsoft YaHei"/>
              </a:rPr>
              <a:t>选择率自适应调度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03689" y="1751075"/>
            <a:ext cx="201167" cy="20116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41433" y="1371600"/>
            <a:ext cx="1998878" cy="96012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smart_search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Microsoft YaHei"/>
                <a:ea typeface="Microsoft YaHei"/>
              </a:rPr>
              <a:t>candidate_uids 下推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97480"/>
            <a:ext cx="1109167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C55A11"/>
                </a:solidFill>
                <a:latin typeface="Microsoft YaHei"/>
                <a:ea typeface="Microsoft YaHei"/>
              </a:rPr>
              <a:t>核心叙事：</a:t>
            </a:r>
            <a:r>
              <a:rPr sz="1450" b="0" i="0">
                <a:solidFill>
                  <a:srgbClr val="3F3F3F"/>
                </a:solidFill>
                <a:latin typeface="Microsoft YaHei"/>
                <a:ea typeface="Microsoft YaHei"/>
              </a:rPr>
              <a:t>本方案的实质不是“多加几个索引”，而是基于选择率估计的“自适应执行计划”——借鉴数据库查询优化的经典范式。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· 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倒排索引 / 时间有序索引 / 图 BFS 都只是“候选集生成器”角色下的可替换实现。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· 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复用现有 BaseRetriever 多态体系，以协作类接入，底层三路检索器零修改。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· 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语义相似度只作为排序信号最后介入，保证重排不浪费在被过滤掉的候选上。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57800"/>
            <a:ext cx="11091672" cy="73152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</a:rPr>
              <a:t>先穷尽既有缝，再考虑开新口子 —— candidate_uids 就是那条缝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对象建模：双轨多态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9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09728" bIns="36576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Microsoft YaHei"/>
                <a:ea typeface="Microsoft YaHei"/>
              </a:rPr>
              <a:t>约束解析多态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808080"/>
                </a:solidFill>
                <a:latin typeface="Microsoft YaHei"/>
                <a:ea typeface="Microsoft YaHei"/>
              </a:rPr>
              <a:t>BaseConstraintResolver（ABC）策略族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F3F3F"/>
                </a:solidFill>
                <a:latin typeface="Microsoft YaHei"/>
                <a:ea typeface="Microsoft YaHei"/>
              </a:rPr>
              <a:t>· MetadataConstraintResolver（属性）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F3F3F"/>
                </a:solidFill>
                <a:latin typeface="Microsoft YaHei"/>
                <a:ea typeface="Microsoft YaHei"/>
              </a:rPr>
              <a:t>· TimeRangeConstraintResolver（时间）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F3F3F"/>
                </a:solidFill>
                <a:latin typeface="Microsoft YaHei"/>
                <a:ea typeface="Microsoft YaHei"/>
              </a:rPr>
              <a:t>· RelationConstraintResolver（关系 BFS）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F3F3F"/>
                </a:solidFill>
                <a:latin typeface="Microsoft YaHei"/>
                <a:ea typeface="Microsoft YaHei"/>
              </a:rPr>
              <a:t>· SpaceConstraintResolver（空间）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874519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3864"/>
                </a:solidFill>
                <a:latin typeface="Microsoft YaHei"/>
                <a:ea typeface="Microsoft YaHei"/>
              </a:rPr>
              <a:t>CandidateSet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3F3F3F"/>
                </a:solidFill>
                <a:latin typeface="Microsoft YaHei"/>
                <a:ea typeface="Microsoft YaHei"/>
              </a:rPr>
              <a:t>值对象：uid 集合 + 选择性估计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F3F3F"/>
                </a:solidFill>
                <a:latin typeface="Microsoft YaHei"/>
                <a:ea typeface="Microsoft YaHei"/>
              </a:rPr>
              <a:t>intersect / union / difference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55A11"/>
                </a:solidFill>
                <a:latin typeface="Microsoft YaHei"/>
                <a:ea typeface="Microsoft YaHei"/>
              </a:rPr>
              <a:t>两轨解耦媒介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1312" y="137160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09728" bIns="36576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Microsoft YaHei"/>
                <a:ea typeface="Microsoft YaHei"/>
              </a:rPr>
              <a:t>索引实现多态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808080"/>
                </a:solidFill>
                <a:latin typeface="Microsoft YaHei"/>
                <a:ea typeface="Microsoft YaHei"/>
              </a:rPr>
              <a:t>BaseIndex（ABC）策略族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F3F3F"/>
                </a:solidFill>
                <a:latin typeface="Microsoft YaHei"/>
                <a:ea typeface="Microsoft YaHei"/>
              </a:rPr>
              <a:t>· HashIndex：等值倒排 field → value → Set[uid]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F3F3F"/>
                </a:solidFill>
                <a:latin typeface="Microsoft YaHei"/>
                <a:ea typeface="Microsoft YaHei"/>
              </a:rPr>
              <a:t>· SortedIndex：epoch 有序 + bisect 区间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F3F3F"/>
                </a:solidFill>
                <a:latin typeface="Microsoft YaHei"/>
                <a:ea typeface="Microsoft YaHei"/>
              </a:rPr>
              <a:t>· TimestampNormalizer：多格式 → epoch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F3F3F"/>
                </a:solidFill>
                <a:latin typeface="Microsoft YaHei"/>
                <a:ea typeface="Microsoft YaHei"/>
              </a:rPr>
              <a:t>· 统一 lookup(cond) → CandidateSet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23359" y="2916936"/>
            <a:ext cx="310896" cy="201168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854696" y="2916936"/>
            <a:ext cx="310896" cy="201168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3575304" cy="566928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值对象隔离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5029200"/>
            <a:ext cx="3575304" cy="566928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策略多态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5029200"/>
            <a:ext cx="3575304" cy="566928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组合优于继承（不继承“上帝类” SemanticMap）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Microsoft YaHei"/>
                <a:ea typeface="Microsoft YaHei"/>
              </a:rPr>
              <a:t>新增对象：QueryConstraints / CandidateSet / BaseConstraintResolver 族 / MetadataIndex + BaseIndex 族 / ConstraintAwarePlanner / ConstraintGroup（职责表见报告 §4.2）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关键机制一：属性与时间索引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10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91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● </a:t>
            </a: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路由：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等值字段 → HashIndex（field → value → Set[uid] 倒排）；时间/数值字段 → SortedIndex（epoch + bisect）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● </a:t>
            </a: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选择率：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SortedIndex 由 bisect 区间计数给出精确选择率；HashIndex 由桶大小直接得出，供 Planner 决策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● </a:t>
            </a: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归一化：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TimestampNormalizer 多格式容错解析（字符串 → epoch float），缺失/非法值走缺省策略，不入索引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● </a:t>
            </a: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注册制：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register_filterable_fields(["timestamp", "speaker", ...]) 按需启用，避免盲目建索引、控制维护成本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● </a:t>
            </a: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维护：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与 _incremental_aux_retriever_add 并列挂载于写入链；缓存失效沿用 _space_membership_version 版本号模式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● </a:t>
            </a: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换页正交：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L1 换出仅删 payload（保留索引/映射/空间/图）→ 倒排不受 tiered 换出影响，命中后按需 page-in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2649474" cy="502920"/>
          </a:xfrm>
          <a:prstGeom prst="roundRect">
            <a:avLst>
              <a:gd name="adj" fmla="val 2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</a:rPr>
              <a:t>add_unit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2706" y="5486400"/>
            <a:ext cx="2649474" cy="502920"/>
          </a:xfrm>
          <a:prstGeom prst="roundRect">
            <a:avLst>
              <a:gd name="adj" fmla="val 2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</a:rPr>
              <a:t>batch_add_units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6772" y="5486400"/>
            <a:ext cx="2649474" cy="502920"/>
          </a:xfrm>
          <a:prstGeom prst="roundRect">
            <a:avLst>
              <a:gd name="adj" fmla="val 2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</a:rPr>
              <a:t>delete_unit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0838" y="5486400"/>
            <a:ext cx="2649474" cy="502920"/>
          </a:xfrm>
          <a:prstGeom prst="roundRect">
            <a:avLst>
              <a:gd name="adj" fmla="val 2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</a:rPr>
              <a:t>tiered 换入/换出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08192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Microsoft YaHei"/>
                <a:ea typeface="Microsoft YaHei"/>
              </a:rPr>
              <a:t>▲ 索引增量维护的挂载点（与 BM25/SPLADE 增量并列）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关键机制二：关系约束谓词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11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1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● </a:t>
            </a: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求解方式：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从实体 E 出发，在 rustworkx 图上做限制深度 BFS（支持方向 / 深度 / 关系类型过滤）→ 可达节点集合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● </a:t>
            </a: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谓词同构：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产出统一为 CandidateSet —— 与属性/时间谓词同构，可直接参与 AND / OR / NOT 组合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● </a:t>
            </a: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红线：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不调用断链 API（search_graph_relations(seed) / get_node_neighbors），直接操作 rx_graph + uid↔index 映射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● </a:t>
            </a: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可选增强（暂缓）：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关系类型倒排 —— 全边扫描在课程规模可接受；无删边 API、维护语义需自行补齐，收益边际递减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92040"/>
            <a:ext cx="1005840" cy="566928"/>
          </a:xfrm>
          <a:prstGeom prst="roundRect">
            <a:avLst>
              <a:gd name="adj" fmla="val 2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实体 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57400" y="5120640"/>
            <a:ext cx="365760" cy="128016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14600" y="4892040"/>
            <a:ext cx="2377440" cy="566928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1-hop 邻居集合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83480" y="5120640"/>
            <a:ext cx="365760" cy="128016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0680" y="4892040"/>
            <a:ext cx="2377440" cy="566928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深度限制扩展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82803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55A11"/>
                </a:solidFill>
                <a:latin typeface="Microsoft YaHei"/>
                <a:ea typeface="Microsoft YaHei"/>
              </a:rPr>
              <a:t>图上 BFS → uid 集合 →
与属性谓词统一参与组合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关键机制三：候选集代数与自适应调度（核心）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12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14344" cy="91440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① 叶子谓词独立求值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Microsoft YaHei"/>
                <a:ea typeface="Microsoft YaHei"/>
              </a:rPr>
              <a:t>各 Resolver → CandidateSet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99560" y="1728216"/>
            <a:ext cx="201167" cy="20116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37304" y="1371600"/>
            <a:ext cx="3514344" cy="91440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② 约束组合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Microsoft YaHei"/>
                <a:ea typeface="Microsoft YaHei"/>
              </a:rPr>
              <a:t>ConstraintGroup：AND / OR / NOT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88223" y="1728216"/>
            <a:ext cx="201167" cy="20116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25968" y="1371600"/>
            <a:ext cx="3514344" cy="91440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③ 选择率决策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Microsoft YaHei"/>
                <a:ea typeface="Microsoft YaHei"/>
              </a:rPr>
              <a:t>|候选| / 总量 &lt; 阈值 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394960" cy="960120"/>
          </a:xfrm>
          <a:prstGeom prst="roundRect">
            <a:avLst>
              <a:gd name="adj" fmla="val 2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</a:rPr>
              <a:t>pre-filter（是）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候选集作为 candidate_uids 下推三路检索器（多态签名现成支持）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651760"/>
            <a:ext cx="5394960" cy="96012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post-filter（否）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Microsoft YaHei"/>
                <a:ea typeface="Microsoft YaHei"/>
              </a:rPr>
              <a:t>放大 top_k（复用 max(top_k*3, 50)）→ 融合后置过滤补齐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11091672" cy="68580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语义相似度只作排序信号最后介入   →   终检：结果硬满足全部约束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00600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E75B6"/>
                </a:solidFill>
                <a:latin typeface="Microsoft YaHei"/>
                <a:ea typeface="Microsoft YaHei"/>
              </a:rPr>
              <a:t>· </a:t>
            </a:r>
            <a:r>
              <a:rPr sz="1250" b="0" i="0">
                <a:solidFill>
                  <a:srgbClr val="3F3F3F"/>
                </a:solidFill>
                <a:latin typeface="Microsoft YaHei"/>
                <a:ea typeface="Microsoft YaHei"/>
              </a:rPr>
              <a:t>阈值初始 20%，随库规模与后端代价实验标定（不写死）；选择率未知时不冒险下推。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E75B6"/>
                </a:solidFill>
                <a:latin typeface="Microsoft YaHei"/>
                <a:ea typeface="Microsoft YaHei"/>
              </a:rPr>
              <a:t>· </a:t>
            </a:r>
            <a:r>
              <a:rPr sz="1250" b="0" i="0">
                <a:solidFill>
                  <a:srgbClr val="3F3F3F"/>
                </a:solidFill>
                <a:latin typeface="Microsoft YaHei"/>
                <a:ea typeface="Microsoft YaHei"/>
              </a:rPr>
              <a:t>空候选 / 候选过小的回退策略可配置：返回空 vs 忽略该约束并告警。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75B6"/>
                </a:solidFill>
                <a:latin typeface="Microsoft YaHei"/>
                <a:ea typeface="Microsoft YaHei"/>
              </a:rPr>
              <a:t>· </a:t>
            </a:r>
            <a:r>
              <a:rPr sz="1250" b="0" i="0">
                <a:solidFill>
                  <a:srgbClr val="C55A11"/>
                </a:solidFill>
                <a:latin typeface="Microsoft YaHei"/>
                <a:ea typeface="Microsoft YaHei"/>
              </a:rPr>
              <a:t>为什么是核心：避免全库扫描与重排浪费 —— 语义相似退化为纯排序器，而非过滤器。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大模型辅助核验修正：建议必须过“源码关”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13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91672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5486400"/>
                <a:gridCol w="2404872"/>
              </a:tblGrid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大模型建议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源码核验事实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处理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需修改三路检索器以支持候选过滤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三路均已显式支持 candidate_uids（bm25:1499 / splade:959 / semantic_map:2167）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修正（利好）：零修改复用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复用现成图 API 实现“实体邻居”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内部依赖 edge_bfs_search / get_relevant_nodes 等未定义，运行时必抛异常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修正（关键）：自实现 BFS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时间字段在 metadata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实际在 raw_data[“timestamp”]；created_time 默认 None、写入不填充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修正：raw_data 优先 + 规范化器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图检索作为第 4 路召回加入融合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smart_search 入口显式剔除 GRAPH_TRAVERSAL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修正：图仅作约束源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自行设计 top_k 扩容策略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已有 max(top_k*3, 50) 扩容取法（advance_retriever.py:1154-1195）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采纳复用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12064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F3F3F"/>
                </a:solidFill>
                <a:latin typeface="Microsoft YaHei"/>
                <a:ea typeface="Microsoft YaHei"/>
              </a:rPr>
              <a:t>方法：建议 → 定位文件/行 → 静态核验（调用链/签名/数据结构）→ 采纳 / 修正 / 弃用，并记录理由。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</a:rPr>
              <a:t>※ 完整 10 条对照表见备用页 B1 —— 其中 2 条是核验后被动放弃（而非主动取舍）。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方案对比与工程判断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14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7635240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3240"/>
                <a:gridCol w="1051560"/>
                <a:gridCol w="3520440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备选思路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结论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原因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A. smart_search 加 dict 过滤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未采用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只能后置过滤，无法利用 pre-filter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B. 外部数据库（Milvus/PG）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未采用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违背“原生内存、消除跨库 I/O”卖点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C. 继承 SemanticMap 派生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未采用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组合优于继承，父类已职责过重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D. 约束逻辑塞进各 BaseRetriever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未采用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重复实现，违反 DRY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E. 策略族 Resolver + Planner 调度</a:t>
                      </a:r>
                    </a:p>
                  </a:txBody>
                  <a:tcPr marL="64008" marR="64008" marT="18288" marB="18288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采用</a:t>
                      </a:r>
                    </a:p>
                  </a:txBody>
                  <a:tcPr marL="64008" marR="64008" marT="18288" marB="18288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谓词同构为 CandidateSet，衔接零修改</a:t>
                      </a:r>
                    </a:p>
                  </a:txBody>
                  <a:tcPr marL="64008" marR="64008" marT="18288" marB="18288" anchor="ctr">
                    <a:solidFill>
                      <a:srgbClr val="DEEB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F. 复用既有图 API（断链）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未采用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运行时必抛异常；返回边表非节点集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58200" y="137160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Microsoft YaHei"/>
                <a:ea typeface="Microsoft YaHei"/>
              </a:rPr>
              <a:t>五条工程判断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3F3F3F"/>
                </a:solidFill>
                <a:latin typeface="Microsoft YaHei"/>
                <a:ea typeface="Microsoft YaHei"/>
              </a:rPr>
              <a:t>1. 扩展点落在既有签名（candidate_uids）上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3F3F3F"/>
                </a:solidFill>
                <a:latin typeface="Microsoft YaHei"/>
                <a:ea typeface="Microsoft YaHei"/>
              </a:rPr>
              <a:t>2. 先正确性、后性能（P0 基线 → P1 索引）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3F3F3F"/>
                </a:solidFill>
                <a:latin typeface="Microsoft YaHei"/>
                <a:ea typeface="Microsoft YaHei"/>
              </a:rPr>
              <a:t>3. 不信任未核验结论 —— 细节假设错误会让方向跑偏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3F3F3F"/>
                </a:solidFill>
                <a:latin typeface="Microsoft YaHei"/>
                <a:ea typeface="Microsoft YaHei"/>
              </a:rPr>
              <a:t>4. 组合优于继承、门面优于扩散，新职责进新对象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3F3F3F"/>
                </a:solidFill>
                <a:latin typeface="Microsoft YaHei"/>
                <a:ea typeface="Microsoft YaHei"/>
              </a:rPr>
              <a:t>5. 主动裁剪范围：关系类型倒排降级为可选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实施计划与预期成果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15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97480" cy="777240"/>
          </a:xfrm>
          <a:prstGeom prst="roundRect">
            <a:avLst>
              <a:gd name="adj" fmla="val 22000"/>
            </a:avLst>
          </a:prstGeom>
          <a:solidFill>
            <a:srgbClr val="3E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P0 骨架 + 等价性基线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✓ 已完成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6704" y="1371600"/>
            <a:ext cx="2697480" cy="777240"/>
          </a:xfrm>
          <a:prstGeom prst="roundRect">
            <a:avLst>
              <a:gd name="adj" fmla="val 22000"/>
            </a:avLst>
          </a:prstGeom>
          <a:solidFill>
            <a:srgbClr val="3E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P1 索引 + pre-filter 下推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✓ 已完成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371600"/>
            <a:ext cx="2697480" cy="77724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P2 关系约束 BFS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Microsoft YaHei"/>
                <a:ea typeface="Microsoft YaHei"/>
              </a:rPr>
              <a:t>进行中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371600"/>
            <a:ext cx="2697480" cy="777240"/>
          </a:xfrm>
          <a:prstGeom prst="roundRect">
            <a:avLst>
              <a:gd name="adj" fmla="val 22000"/>
            </a:avLst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P3 调度完善 + 实验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Microsoft YaHei"/>
                <a:ea typeface="Microsoft YaHei"/>
              </a:rPr>
              <a:t>待启动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Microsoft YaHei"/>
                <a:ea typeface="Microsoft YaHei"/>
              </a:rPr>
              <a:t>实验设计（对应课程要求：比较检索效果、访问开销、维护成本）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效果：</a:t>
            </a:r>
            <a:r>
              <a:rPr sz="1250" b="0" i="0">
                <a:solidFill>
                  <a:srgbClr val="3F3F3F"/>
                </a:solidFill>
                <a:latin typeface="Microsoft YaHei"/>
                <a:ea typeface="Microsoft YaHei"/>
              </a:rPr>
              <a:t>组合查询测试集上对比 纯语义 / 语义+线性过滤 / 本方案（谓词下推）→ recall@k、nDCG、约束命中率、空结果率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开销：</a:t>
            </a:r>
            <a:r>
              <a:rPr sz="1250" b="0" i="0">
                <a:solidFill>
                  <a:srgbClr val="3F3F3F"/>
                </a:solidFill>
                <a:latin typeface="Microsoft YaHei"/>
                <a:ea typeface="Microsoft YaHei"/>
              </a:rPr>
              <a:t>候选集占比 1%–100% 扫描曲线下比较 pre/post-filter → P50/P99 端到端延迟、候选集生成耗时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成本：</a:t>
            </a:r>
            <a:r>
              <a:rPr sz="1250" b="0" i="0">
                <a:solidFill>
                  <a:srgbClr val="3F3F3F"/>
                </a:solidFill>
                <a:latin typeface="Microsoft YaHei"/>
                <a:ea typeface="Microsoft YaHei"/>
              </a:rPr>
              <a:t>索引构建时间、增量 add/delete 开销、内存占用（对照 Add Mean 39.7 ms 基线）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</a:rPr>
              <a:t>预期：高选择性约束下 pre-filter 相比“先检索后线性过滤”有数量级延迟优势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55A11"/>
                </a:solidFill>
                <a:latin typeface="Microsoft YaHei"/>
                <a:ea typeface="Microsoft YaHei"/>
              </a:rPr>
              <a:t>约束下推 = 用查询优化器的思路重构记忆检索 —— 让语义相似只做它最擅长的事：排序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备用页 B1：完整核验对照表（10 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 ｜ 备用页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16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91672" cy="4626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5394960"/>
                <a:gridCol w="2404872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 / 建议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源码核验事实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处理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1 需修改三路检索器支持候选过滤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三路均已支持 candidate_uids，**kwargs 透传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修正（利好）：零修改复用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2 filter_memory_units 作约束求解器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10 操作符但线性扫描；不查 metadata；无分页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部分采纳：仅作基线与兜底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3 时间字段在 metadata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实际在 raw_data[“timestamp”]；created_time 不填充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修正：raw_data 优先 + 规范化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4 复用 search_graph_relations(seed) / get_node_neighbors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内部依赖方法未定义，全仓库仅调用点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修正（关键）：自实现 BFS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5 图检索作第 4 路召回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smart_search 入口剔除 GRAPH_TRAVERSAL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修正：图仅作约束源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6 空间过滤缓存 _get_space_filter_int_ids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名称不存在；实际为 _space_filter_internal_ids / _get_candidate_uids_set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修正命名，沿用既有失效模式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7 换出破坏索引、需同步维护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L1 换出仅删 payload，保留索引/映射/空间/图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采纳事实：倒排与换页正交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8 自行设计扩容策略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已有 max(top_k*3, 50) 扩容取法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采纳复用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9 增量维护需另找挂载点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写入链末端已有 _incremental_aux_retriever_add 先例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采纳：并列挂载该模式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10 属性倒排作为独立检索源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需修改 _ensure_retriever_loaded 加载链，非零改动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不采用：定位为约束层生成器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备用页 B2：断链 API 细节（关系约束前置风险）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 ｜ 备用页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17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91672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4480560"/>
                <a:gridCol w="2404872"/>
              </a:tblGrid>
              <a:tr h="7772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调用点（semantic_graph.py）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被调用方法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现状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search_graph_relations(seed_nodes=...)  :1161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edge_bfs_search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未定义（全仓库仅有调用点）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search_graph_nodes(search_method=...)  :1126-1132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hybrid_node_search / _node_similarity_search / _node_fulltext_search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名称不一致（实际为 _hybrid_node_search 等）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get_node_neighbors  :1204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get_relevant_nodes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未定义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对策：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F3F3F"/>
                </a:solidFill>
                <a:latin typeface="Microsoft YaHei"/>
                <a:ea typeface="Microsoft YaHei"/>
              </a:rPr>
              <a:t>· 关系约束不得复用这些断链 API —— Resolver 直接操作 rx_graph + uid↔index 映射；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F3F3F"/>
                </a:solidFill>
                <a:latin typeface="Microsoft YaHei"/>
                <a:ea typeface="Microsoft YaHei"/>
              </a:rPr>
              <a:t>· 断链修复列为可选任务（P3），作为“分析-发现-修复”素材，不阻塞主线。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备用页 B3：测试计划矩阵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 ｜ 备用页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18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91672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8680"/>
                <a:gridCol w="3602736"/>
                <a:gridCol w="6620256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层次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测试对象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关键断言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单元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CandidateSet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集合代数（intersect/union/difference）语义正确、选择性估计合理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单元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MetadataIndex / BaseIndex 族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增删批一致；未注册不建索引；版本失效重建；Hash/Sorted 同契约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单元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TimestampNormalizer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多格式 → epoch 容错解析；缺失/非法走缺省策略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单元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各 ConstraintResolver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属性等值/范围、时间区间、图 BFS（方向/深度/类型）产出正确；空输入边界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单元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ConstraintGroup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AND/OR/NOT 语义、嵌套组合、空组行为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单元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ConstraintAwarePlanner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阈值切换 pre/post 决策正确；回退策略生效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集成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search_constrained 端到端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U1/U2/U3 结果硬满足全部约束；与线性过滤基线等价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集成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向后兼容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不传约束时行为与现状完全一致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回归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仓库现有测试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pytest tests/ 全部通过；ruff check 通过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Microsoft YaHei"/>
                <a:ea typeface="Microsoft YaHei"/>
              </a:rPr>
              <a:t>测试全部离线可跑：Dummy 模型 + monkeypatch，沿用 tests/test_rocksdb_tiered_cache.py:24-81 范式。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备用页 B4：核验证据索引（行号级）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 ｜ 备用页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19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2" cy="5047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0640"/>
                <a:gridCol w="5971032"/>
              </a:tblGrid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结论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证据位置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candidate_uids 已贯通三路检索器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bm25_retriever.py:1499-1574；splade_retriever.py:959-997；semantic_map.py:2167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smart_search kwargs 透传链与扩容取法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advance_retriever.py:1154-1195；:937（剔除 GRAPH_TRAVERSAL）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filter_memory_units 线性扫描、10 操作符、不查 metadata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semantic_map.py:3169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时间戳在 raw_data[“timestamp”]；created_time 不填充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locomo_benchmark_episodic.py:462；semantic_map.py:3054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SemanticGraph 三处断链 API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semantic_graph.py:1161 / 1126-1132 / 1204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add_relationship 关系维护唯一入口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semantic_graph.py:610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L1 换出仅删 payload、保留索引/映射/空间/图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semantic_map.py:631-653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写入链增量维护挂载点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semantic_map.py:1217 / 1278 / 1264-1278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add_unit / batch_add_units / delete_unit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semantic_map.py:1280 / 1376 / 1817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MemoryUnit 封装的派生视图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memory_unit.py:10-65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SemanticGraph 门面包装模式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semantic_graph.py:1517-1532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benchmark 直连 smart_search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locomo_benchmark_episodic.py:157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测试设施现状与离线范式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tests/test_rocksdb_tiered_cache.py:24-81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三塔编排与量化打包位置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triple_tower_retriever.py:202、_build_quantification</a:t>
                      </a:r>
                    </a:p>
                  </a:txBody>
                  <a:tcPr marL="64008" marR="64008" marT="18288" marB="18288" anchor="ctr">
                    <a:solidFill>
                      <a:srgbClr val="F2F7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系统架构与分层换页自述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</a:rPr>
                        <a:t>README_CN.md:52-54、97-99、103-105、121、137-147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9869133600" y="367896038400"/>
            <a:ext cx="83612736000" cy="418063680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179340800" y="284283302400"/>
            <a:ext cx="8469970156800" cy="60201169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</a:rPr>
              <a:t>备用页 B5：换页与索引正交性（为什么倒排不受换出影响）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76416000" y="1003352832000"/>
            <a:ext cx="10142224876800" cy="13935456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1676416000" y="5919781708800"/>
            <a:ext cx="7525146240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Mandol 融合索引增强 ｜ 阶段 1 课堂研讨 ｜ 备用页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7507604000" y="5919781708800"/>
            <a:ext cx="710708256000" cy="250838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Microsoft YaHei"/>
                <a:ea typeface="Microsoft YaHei"/>
              </a:rPr>
              <a:t>20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567178" cy="82296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L1（热）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Microsoft YaHei"/>
                <a:ea typeface="Microsoft YaHei"/>
              </a:rPr>
              <a:t>memory_units 常驻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2394" y="1773936"/>
            <a:ext cx="201167" cy="20116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90138" y="1463040"/>
            <a:ext cx="2567178" cy="82296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高水位触发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Microsoft YaHei"/>
                <a:ea typeface="Microsoft YaHei"/>
              </a:rPr>
              <a:t>_trigger_tiered_eviction_if_needed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93892" y="1773936"/>
            <a:ext cx="201167" cy="20116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1636" y="1463040"/>
            <a:ext cx="2567178" cy="82296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L2 RocksDB（冷）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Microsoft YaHei"/>
                <a:ea typeface="Microsoft YaHei"/>
              </a:rPr>
              <a:t>仅 payload 换出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35390" y="1773936"/>
            <a:ext cx="201167" cy="20116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73134" y="1463040"/>
            <a:ext cx="2567178" cy="822960"/>
          </a:xfrm>
          <a:prstGeom prst="roundRect">
            <a:avLst>
              <a:gd name="adj" fmla="val 22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</a:rPr>
              <a:t>命中唤回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Microsoft YaHei"/>
                <a:ea typeface="Microsoft YaHei"/>
              </a:rPr>
              <a:t>get_unit 按需 page-in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1109167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● </a:t>
            </a: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换出只做一件事：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del memory_units[uid]（semantic_map.py:631-653）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● </a:t>
            </a: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显式保留：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FAISS 向量索引、uid ↔ int_id 映射、MemorySpace 成员关系、图拓扑与边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● </a:t>
            </a: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对本方案的含义：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倒排按 uid 存值 → 属性/时间索引与换页正交，不因 payload 换出而失效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2E75B6"/>
                </a:solidFill>
                <a:latin typeface="Microsoft YaHei"/>
                <a:ea typeface="Microsoft YaHei"/>
              </a:rPr>
              <a:t>● </a:t>
            </a: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</a:rPr>
              <a:t>命中冷 uid：</a:t>
            </a: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</a:rPr>
              <a:t>get_unit 触发 _add_to_l1_from_tiered_swap 唤回 payload，索引无需重建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结论：索引生命周期独立于 payload 分层 —— 无需在索引侧做换页同步维护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