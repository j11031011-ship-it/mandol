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lide_0001_1368414035792.svg" ContentType="image/svg+xml"/>
  <Override PartName="/ppt/media/slide_0002_1368414036016.svg" ContentType="image/svg+xml"/>
  <Override PartName="/ppt/media/slide_0003_1368414036240.svg" ContentType="image/svg+xml"/>
  <Override PartName="/ppt/media/slide_0004_1368414036352.svg" ContentType="image/svg+xml"/>
  <Override PartName="/ppt/media/slide_0005_1368414036464.svg" ContentType="image/svg+xml"/>
  <Override PartName="/ppt/media/slide_0006_1368414036576.svg" ContentType="image/svg+xml"/>
  <Override PartName="/ppt/media/slide_0007_1368414036688.svg" ContentType="image/svg+xml"/>
  <Override PartName="/ppt/media/slide_0008_1368414036800.svg" ContentType="image/svg+xml"/>
  <Override PartName="/ppt/media/slide_0009_1368414036912.svg" ContentType="image/svg+xml"/>
  <Override PartName="/ppt/media/slide_0010_1368414037024.svg" ContentType="image/svg+xml"/>
  <Override PartName="/ppt/media/slide_0011_1368414037136.svg" ContentType="image/svg+xml"/>
  <Override PartName="/ppt/media/slide_0012_1368414037248.svg" ContentType="image/svg+xml"/>
  <Override PartName="/ppt/media/slide_0013_1368414037360.svg" ContentType="image/svg+xml"/>
  <Override PartName="/ppt/media/slide_0014_1368414037472.svg" ContentType="image/svg+xml"/>
  <Override PartName="/ppt/media/slide_0015_1368414037584.svg" ContentType="image/svg+xml"/>
  <Override PartName="/ppt/media/slide_0016_1368414037696.svg" ContentType="image/svg+xml"/>
  <Override PartName="/ppt/media/slide_0017_1368414037808.svg" ContentType="image/svg+xml"/>
  <Override PartName="/ppt/media/slide_0018_1368414037920.svg" ContentType="image/svg+xml"/>
  <Override PartName="/ppt/media/slide_0019_1368414038032.svg" ContentType="image/svg+xml"/>
  <Override PartName="/ppt/media/slide_0020_1368414038144.svg" ContentType="image/svg+xml"/>
  <Override PartName="/ppt/media/slide_0021_1368414038256.svg" ContentType="image/svg+xml"/>
  <Override PartName="/ppt/media/slide_0022_1368414038368.svg" ContentType="image/svg+xml"/>
  <Override PartName="/ppt/media/slide_0023_1368414035232.svg" ContentType="image/svg+xml"/>
  <Override PartName="/ppt/media/slide_0024_1368414038480.svg" ContentType="image/svg+xml"/>
  <Override PartName="/ppt/media/slide_0025_1368414039040.svg" ContentType="image/svg+xml"/>
  <Override PartName="/ppt/media/slide_0026_1368414036128.svg" ContentType="image/svg+xml"/>
  <Override PartName="/ppt/media/slide_0027_136841403870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slide_0001_136841403579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slide_0002_1368414036016.svg"/><Relationship Id="rId4" Type="http://schemas.openxmlformats.org/officeDocument/2006/relationships/slide" Target="slide3.xml"/><Relationship Id="rId5" Type="http://schemas.openxmlformats.org/officeDocument/2006/relationships/slide" Target="slide6.xml"/><Relationship Id="rId6" Type="http://schemas.openxmlformats.org/officeDocument/2006/relationships/slide" Target="slide11.xml"/><Relationship Id="rId7" Type="http://schemas.openxmlformats.org/officeDocument/2006/relationships/slide" Target="slide14.xml"/><Relationship Id="rId8" Type="http://schemas.openxmlformats.org/officeDocument/2006/relationships/slide" Target="slide19.xml"/><Relationship Id="rId9" Type="http://schemas.openxmlformats.org/officeDocument/2006/relationships/slide" Target="slide22.xml"/><Relationship Id="rId10" Type="http://schemas.openxmlformats.org/officeDocument/2006/relationships/slide" Target="slide26.xml"/><Relationship Id="rId11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slide_0003_1368414036240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slide_0004_1368414036352.svg"/><Relationship Id="rId4" Type="http://schemas.openxmlformats.org/officeDocument/2006/relationships/slide" Target="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slide_0005_1368414036464.svg"/><Relationship Id="rId4" Type="http://schemas.openxmlformats.org/officeDocument/2006/relationships/slide" Target="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slide_0006_136841403657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slide_0007_1368414036688.svg"/><Relationship Id="rId4" Type="http://schemas.openxmlformats.org/officeDocument/2006/relationships/slide" Target="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slide_0008_1368414036800.svg"/><Relationship Id="rId4" Type="http://schemas.openxmlformats.org/officeDocument/2006/relationships/slide" Target="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slide_0009_1368414036912.svg"/><Relationship Id="rId4" Type="http://schemas.openxmlformats.org/officeDocument/2006/relationships/slide" Target="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slide_0010_1368414037024.svg"/><Relationship Id="rId4" Type="http://schemas.openxmlformats.org/officeDocument/2006/relationships/slide" Target="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slide_0011_1368414037136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slide_0012_1368414037248.svg"/><Relationship Id="rId4" Type="http://schemas.openxmlformats.org/officeDocument/2006/relationships/slide" Target="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slide_0013_1368414037360.svg"/><Relationship Id="rId4" Type="http://schemas.openxmlformats.org/officeDocument/2006/relationships/slide" Target="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slide_0014_1368414037472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slide_0015_1368414037584.svg"/><Relationship Id="rId4" Type="http://schemas.openxmlformats.org/officeDocument/2006/relationships/slide" Target="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slide_0016_1368414037696.svg"/><Relationship Id="rId4" Type="http://schemas.openxmlformats.org/officeDocument/2006/relationships/slide" Target="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slide_0017_1368414037808.svg"/><Relationship Id="rId4" Type="http://schemas.openxmlformats.org/officeDocument/2006/relationships/slide" Target="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slide_0018_1368414037920.svg"/><Relationship Id="rId4" Type="http://schemas.openxmlformats.org/officeDocument/2006/relationships/slide" Target="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slide_0019_1368414038032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slide_0020_1368414038144.svg"/><Relationship Id="rId4" Type="http://schemas.openxmlformats.org/officeDocument/2006/relationships/slide" Target="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slide_0021_1368414038256.svg"/><Relationship Id="rId4" Type="http://schemas.openxmlformats.org/officeDocument/2006/relationships/slide" Target="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slide_0022_1368414038368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slide_0023_1368414035232.svg"/><Relationship Id="rId4" Type="http://schemas.openxmlformats.org/officeDocument/2006/relationships/slide" Target="slide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slide_0024_1368414038480.svg"/><Relationship Id="rId4" Type="http://schemas.openxmlformats.org/officeDocument/2006/relationships/slide" Target="slide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slide_0025_1368414039040.svg"/><Relationship Id="rId4" Type="http://schemas.openxmlformats.org/officeDocument/2006/relationships/slide" Target="slide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slide_0026_1368414036128.svg"/><Relationship Id="rId4" Type="http://schemas.openxmlformats.org/officeDocument/2006/relationships/slide" Target="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slide_0027_1368414038704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01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02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1044172" y="1246064"/>
            <a:ext cx="1466272" cy="293249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amer internal link">
            <a:hlinkClick action="ppaction://hlinksldjump" r:id="rId5"/>
          </p:cNvPr>
          <p:cNvSpPr/>
          <p:nvPr/>
        </p:nvSpPr>
        <p:spPr>
          <a:xfrm>
            <a:off x="1044172" y="2050169"/>
            <a:ext cx="1173017" cy="293249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amer internal link">
            <a:hlinkClick action="ppaction://hlinksldjump" r:id="rId6"/>
          </p:cNvPr>
          <p:cNvSpPr/>
          <p:nvPr/>
        </p:nvSpPr>
        <p:spPr>
          <a:xfrm>
            <a:off x="1044172" y="2854274"/>
            <a:ext cx="1173017" cy="293249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amer internal link">
            <a:hlinkClick action="ppaction://hlinksldjump" r:id="rId7"/>
          </p:cNvPr>
          <p:cNvSpPr/>
          <p:nvPr/>
        </p:nvSpPr>
        <p:spPr>
          <a:xfrm>
            <a:off x="1044172" y="3658352"/>
            <a:ext cx="1173017" cy="293251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amer internal link">
            <a:hlinkClick action="ppaction://hlinksldjump" r:id="rId8"/>
          </p:cNvPr>
          <p:cNvSpPr/>
          <p:nvPr/>
        </p:nvSpPr>
        <p:spPr>
          <a:xfrm>
            <a:off x="1044172" y="4462459"/>
            <a:ext cx="2639289" cy="293249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amer internal link">
            <a:hlinkClick action="ppaction://hlinksldjump" r:id="rId9"/>
          </p:cNvPr>
          <p:cNvSpPr/>
          <p:nvPr/>
        </p:nvSpPr>
        <p:spPr>
          <a:xfrm>
            <a:off x="1044172" y="5266564"/>
            <a:ext cx="1466272" cy="293249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amer internal link">
            <a:hlinkClick action="ppaction://hlinksldjump" r:id="rId10"/>
          </p:cNvPr>
          <p:cNvSpPr/>
          <p:nvPr/>
        </p:nvSpPr>
        <p:spPr>
          <a:xfrm>
            <a:off x="1044172" y="6070669"/>
            <a:ext cx="586509" cy="293249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amer internal link">
            <a:hlinkClick action="ppaction://hlinksldjump" r:id="rId11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03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04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05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06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07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08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09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10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11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12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13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14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15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16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17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18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19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20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21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22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23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24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25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26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eamer internal link">
            <a:hlinkClick action="ppaction://hlinksldjump" r:id="rId4"/>
          </p:cNvPr>
          <p:cNvSpPr/>
          <p:nvPr/>
        </p:nvSpPr>
        <p:spPr>
          <a:xfrm>
            <a:off x="5547610" y="6534563"/>
            <a:ext cx="2072456" cy="314513"/>
          </a:xfrm>
          <a:prstGeom prst="rect">
            <a:avLst/>
          </a:prstGeom>
          <a:solidFill>
            <a:srgbClr val="FFFFFF">
              <a:alpha val="1"/>
            </a:srgbClr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 slide_0027"/>
          <p:cNvPicPr preferRelativeResize="0"/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